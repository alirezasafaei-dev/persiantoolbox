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Persian Tools — خلاصه اجرایی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جعبه‌ابزار فارسی با تمرکز بر آفلاین و حریم خصوصی</a:t>
            </a:r>
          </a:p>
          <a:p>
            <a:pPr>
              <a:defRPr sz="2400"/>
            </a:pPr>
            <a:r>
              <a:t>پیام کلیدی: ابزارهای فارسی بدون اینترنت و بدون وابستگی خارجی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وضعیت فعلی (Strengths)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معماری ماژولار TypeScript و پردازش ۱۰۰٪ در مرورگر</a:t>
            </a:r>
          </a:p>
          <a:p>
            <a:pPr>
              <a:defRPr sz="2400"/>
            </a:pPr>
            <a:r>
              <a:t>PWA و Service Worker برای دسترسی آفلاین</a:t>
            </a:r>
          </a:p>
          <a:p>
            <a:pPr>
              <a:defRPr sz="2400"/>
            </a:pPr>
            <a:r>
              <a:t>ابزارهای فارسی‌محور (تاریخ/مالی/متن/PDF)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شکاف‌های اصلی (Gaps)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فقدان سند docs/project-standards.md با وجود ارجاعات متعدد</a:t>
            </a:r>
          </a:p>
          <a:p>
            <a:pPr>
              <a:defRPr sz="2400"/>
            </a:pPr>
            <a:r>
              <a:t>ناهماهنگی‌های RTL در فاصله‌گذاری بعضی صفحات</a:t>
            </a:r>
          </a:p>
          <a:p>
            <a:pPr>
              <a:defRPr sz="2400"/>
            </a:pPr>
            <a:r>
              <a:t>نیاز به پوشش کامل داده‌های ساخت‌یافته SEO برای همه ابزارها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بازار و رقابت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رقبا روی تقویم و محاسبات مالی تمرکز دارند</a:t>
            </a:r>
          </a:p>
          <a:p>
            <a:pPr>
              <a:defRPr sz="2400"/>
            </a:pPr>
            <a:r>
              <a:t>فرصت تمایز: آفلاین واقعی + حریم خصوصی شفاف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اولویت‌های فوری (Next 30–60h)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تکمیل استانداردهای پروژه و هم‌راستایی مستندات</a:t>
            </a:r>
          </a:p>
          <a:p>
            <a:pPr>
              <a:defRPr sz="2400"/>
            </a:pPr>
            <a:r>
              <a:t>رفع RTL spacing با کلاس‌های منطقی</a:t>
            </a:r>
          </a:p>
          <a:p>
            <a:pPr>
              <a:defRPr sz="2400"/>
            </a:pPr>
            <a:r>
              <a:t>تکمیل متادیتا و JSON‑LD برای همه صفحات ابزار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امنیت و حریم خصوصی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کنترل رضایت تبلیغات و تحلیل‌گر قبل از هر رندر</a:t>
            </a:r>
          </a:p>
          <a:p>
            <a:pPr>
              <a:defRPr sz="2400"/>
            </a:pPr>
            <a:r>
              <a:t>حفظ CSP سخت‌گیرانه و nonce برای JSON‑LD</a:t>
            </a:r>
          </a:p>
          <a:p>
            <a:pPr>
              <a:defRPr sz="2400"/>
            </a:pPr>
            <a:r>
              <a:t>اسکن دوره‌ای وابستگی‌ها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سنجش موفقیت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Lighthouse موبایل ≥ 95 برای مسیرهای کلیدی</a:t>
            </a:r>
          </a:p>
          <a:p>
            <a:pPr>
              <a:defRPr sz="2400"/>
            </a:pPr>
            <a:r>
              <a:t>پوشش تست ابزارهای اصلی ≥ 85%</a:t>
            </a:r>
          </a:p>
          <a:p>
            <a:pPr>
              <a:defRPr sz="2400"/>
            </a:pPr>
            <a:r>
              <a:t>افزایش نرخ نصب PWA و استفاده آفلاین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